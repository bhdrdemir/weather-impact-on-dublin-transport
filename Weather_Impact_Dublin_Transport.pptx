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Weather Affects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Transport in Dublin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Using Real Datasets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2860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for Data Analytics — CA2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Bahadir Demir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84048" cy="38404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216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43560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 about and why it matters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55648"/>
            <a:ext cx="384048" cy="38404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568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real datasets from Met Éireann and CSO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258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Dublin's Weather Profile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47802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city's climate patterns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384048" cy="38404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27797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Trends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9992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Dubliners use buses and trams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319272"/>
            <a:ext cx="384048" cy="38404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3009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× Transport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5204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and statistical tests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384048" cy="38404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822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&amp; Seasons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40416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travel patterns shift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361688"/>
            <a:ext cx="384048" cy="38404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45628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840480" cy="32004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46304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trying to find out?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analyses how weather conditions — rain, temperature, wind, and sunshine — affect the number of people using public transport in Dublin.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real, publicly available data to find patterns and correlations that could help transport planners make better decisions.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1280160"/>
            <a:ext cx="3474720" cy="658368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12080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2057400"/>
            <a:ext cx="3474720" cy="658368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2103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Rows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834640"/>
            <a:ext cx="3474720" cy="658368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Weather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611880"/>
            <a:ext cx="3474720" cy="658368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3657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Data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— Met Éireann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— 700K rows (temp, rain, humidity, wind, visibility)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3291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— 30K rows (1942–2026, rain, max/min temp, sunshine)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61488"/>
            <a:ext cx="3291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— 1K rows (averages per month since 1941)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data.gov.ie — Creative Commons 4.0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Data — CSO / TII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passenger journeys (2019–2023) — Bus, Rail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212848"/>
            <a:ext cx="3291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Bus monthly passengers (2014–2024)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670048"/>
            <a:ext cx="3291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 monthly, hourly %, day-of-week 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3127248"/>
            <a:ext cx="32918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city routes &amp; fleet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data.gov.ie — Creative Commons 4.0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Dublin's Weather Profile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averages from 2014–2025 — Temperature, Rainfall, and Rainy Day frequency</a:t>
            </a:r>
            <a:endParaRPr lang="en-US" sz="1200" dirty="0"/>
          </a:p>
        </p:txBody>
      </p:sp>
      <p:pic>
        <p:nvPicPr>
          <p:cNvPr id="4" name="Image 0" descr="/sessions/modest-charming-clarke/pptx_images/weather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averages around 750mm of rain per year, with 55–65% of days being rainy — weather is a constant factor in travel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Usage Over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passenger numbers for Dublin Bus and Luas (2014–2024)</a:t>
            </a:r>
            <a:endParaRPr lang="en-US" sz="1200" dirty="0"/>
          </a:p>
        </p:txBody>
      </p:sp>
      <p:pic>
        <p:nvPicPr>
          <p:cNvPr id="4" name="Image 0" descr="/sessions/modest-charming-clarke/pptx_images/transport_tr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85953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caused a dramatic drop in 2020. Bus ridership fell ~55%, Luas ~60%. Recovery is ongoing but not yet at pre-pandemic levels.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Rain Increase Ridership?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rainfall vs passenger numbers (COVID years excluded)</a:t>
            </a:r>
            <a:endParaRPr lang="en-US" sz="1200" dirty="0"/>
          </a:p>
        </p:txBody>
      </p:sp>
      <p:pic>
        <p:nvPicPr>
          <p:cNvPr id="4" name="Image 0" descr="/sessions/modest-charming-clarke/pptx_images/rain_vs_passeng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85953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480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trend line and correlation coefficient (r) show the direction and strength of the relationship. A negative r means rainier months tend to have fewer passengers — possibly because people stay home more.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&amp; Transport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temperature vs passenger numbers (COVID years excluded)</a:t>
            </a:r>
            <a:endParaRPr lang="en-US" sz="1200" dirty="0"/>
          </a:p>
        </p:txBody>
      </p:sp>
      <p:pic>
        <p:nvPicPr>
          <p:cNvPr id="4" name="Image 0" descr="/sessions/modest-charming-clarke/pptx_images/temp_vs_passeng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85953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480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months may see lower ridership because more people walk or cycle. Cooler months drive commuters toward buses and trams.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Heatmaps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is each weather variable linked to passenger numbers? (Red = positive, Blue = negative)</a:t>
            </a:r>
            <a:endParaRPr lang="en-US" sz="1200" dirty="0"/>
          </a:p>
        </p:txBody>
      </p:sp>
      <p:pic>
        <p:nvPicPr>
          <p:cNvPr id="4" name="Image 0" descr="/sessions/modest-charming-clarke/pptx_images/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close to +1 or -1 show strong relationships. Values near 0 show weak or no relationship.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Patterns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passengers by season — Spring, Summer, Autumn, Winter</a:t>
            </a:r>
            <a:endParaRPr lang="en-US" sz="1200" dirty="0"/>
          </a:p>
        </p:txBody>
      </p:sp>
      <p:pic>
        <p:nvPicPr>
          <p:cNvPr id="4" name="Image 0" descr="/sessions/modest-charming-clarke/pptx_images/seas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526280"/>
            <a:ext cx="7680960" cy="5029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 and Spring tend to have the highest ridership (school and work terms), while Summer drops — even though the weather is better, people use alternative transport or go on holiday.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Peak-Hour Behaviour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Luas hourly passenger distribution — Pre-COVID, During, and Post-COVID</a:t>
            </a:r>
            <a:endParaRPr lang="en-US" sz="1200" dirty="0"/>
          </a:p>
        </p:txBody>
      </p:sp>
      <p:pic>
        <p:nvPicPr>
          <p:cNvPr id="4" name="Image 0" descr="/sessions/modest-charming-clarke/pptx_images/peak_ho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841248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morning (8–9 AM) and evening (5–6 PM) peaks. COVID flattened these peaks, and recovery shows a shift toward more distributed travel.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 Impact &amp; Recovery</a:t>
            </a:r>
            <a:endParaRPr lang="en-US" sz="3000" dirty="0"/>
          </a:p>
        </p:txBody>
      </p:sp>
      <p:pic>
        <p:nvPicPr>
          <p:cNvPr id="3" name="Image 0" descr="/sessions/modest-charming-clarke/pptx_images/covid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4343400"/>
            <a:ext cx="3657600" cy="6858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4343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~55% drop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Dublin Bus in 2020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754880" y="4343400"/>
            <a:ext cx="3657600" cy="6858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37760" y="4343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drop</a:t>
            </a:r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Luas in 2020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&amp; Weather Combined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Dublin Bus passengers overlaid with monthly rainfall — do they move together?</a:t>
            </a:r>
            <a:endParaRPr lang="en-US" sz="1200" dirty="0"/>
          </a:p>
        </p:txBody>
      </p:sp>
      <p:pic>
        <p:nvPicPr>
          <p:cNvPr id="4" name="Image 0" descr="/sessions/modest-charming-clarke/pptx_images/overlay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43000"/>
            <a:ext cx="877824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bars show rainfall rising and falling while the passenger line follows its own seasonal rhythm — weather is one factor among many.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has a measurable link to ridership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447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 months show a correlation with transport usage — but it's not always positive. Heavy rain may keep people at home.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411480" cy="4114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057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shapes seasonal cycles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048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Cooler months see higher ridership; warmer months see a dip as people switch to walking, cycling, or holidays.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reshaped travel patterns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649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pandemic caused a 55–60% drop. Even after recovery, peak-hour patterns have shifted toward flatter, more distributed travel.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977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is one factor among many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3251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terms, work patterns, and events also drive ridership. Weather effects are real but moderate — not the dominant factor.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286000" cy="36576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plays a real but moderate role in Dublin's public transport patterns. This analysis — using 11 datasets and 700K+ data points — shows that transport planners can use weather forecasts to better anticipate demand changes and improve service allocation.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</a:t>
            </a:r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Éireann (CC-BY 4.0)  •  Central Statistics Office  •  Transport Infrastructure Ireland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Weather Affects Public Transport in Dublin</dc:title>
  <dc:subject>PptxGenJS Presentation</dc:subject>
  <dc:creator>Bahadir</dc:creator>
  <cp:lastModifiedBy>Bahadir</cp:lastModifiedBy>
  <cp:revision>1</cp:revision>
  <dcterms:created xsi:type="dcterms:W3CDTF">2026-03-24T11:56:55Z</dcterms:created>
  <dcterms:modified xsi:type="dcterms:W3CDTF">2026-03-24T11:56:55Z</dcterms:modified>
</cp:coreProperties>
</file>